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59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r>
              <a:rPr lang="en-US" sz="1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brazil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SQL DATA ANALYSIS PROJECT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Presentation  |  SQL &amp; Business Analytics 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SQL project answering 14 real business questions on an e-commerce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Olist Brazilian E-Commerce dataset (11 tables) under an Amazon Brazil business theme.</a:t>
            </a:r>
            <a:endParaRPr lang="en-US" sz="1500" dirty="0"/>
          </a:p>
          <a:p>
            <a:pPr marL="228600" indent="-228600" algn="l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SQL business questions spanning revenue, customers, sellers, payments, delivery, and reviews.</a:t>
            </a:r>
            <a:endParaRPr lang="en-US" sz="1500" dirty="0"/>
          </a:p>
          <a:p>
            <a:pPr marL="228600" indent="-228600" algn="l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used: joins, aggregation, window functions, CTEs, and subqueries.</a:t>
            </a:r>
            <a:endParaRPr lang="en-US" sz="1500" dirty="0"/>
          </a:p>
          <a:p>
            <a:pPr marL="228600" indent="-228600" algn="l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and recommendation in this deck is grounded directly in the visible SQL query outputs — no assumed or fabricated figures.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166420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0" y="237744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8116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81160" y="166420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72600" y="237744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3108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321868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393192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81160" y="31089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321868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72600" y="393192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6420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&amp; cumulative revenue trends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63290" y="155448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00450" y="166420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00450" y="205740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00450" y="260604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patterns &amp; geographic distribution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77940" y="155448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66420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5100" y="205740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5100" y="260604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volume &amp; activity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92590" y="155448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429750" y="166420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29750" y="205740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29750" y="260604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state, customer, and season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5876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category &amp; state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63290" y="374904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3600450" y="385876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00450" y="425196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00450" y="480060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preference &amp; order value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77940" y="374904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385876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5100" y="425196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5100" y="480060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SQL output into decisions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92590" y="3749040"/>
            <a:ext cx="2594610" cy="1920240"/>
          </a:xfrm>
          <a:prstGeom prst="roundRect">
            <a:avLst>
              <a:gd name="adj" fmla="val 3810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9429750" y="3858768"/>
            <a:ext cx="2320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29750" y="425196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29750" y="4800600"/>
            <a:ext cx="23202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data-grounded recommendations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 — 11 connected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22860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664208"/>
            <a:ext cx="22860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63240" y="2267712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664208"/>
            <a:ext cx="22860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2267712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1664208"/>
            <a:ext cx="228600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09560" y="2267712"/>
            <a:ext cx="21031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 covered: Customers, Orders, Payments, Reviews, Products, Sellers, Geolocation, and the Sales Lead Funnel.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connected through order_id, customer_id, product_id, and seller_id, enabling multi-table analysis across the full commercial lifecycle.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two-table sales funnel (leads_qualified, leads_closed) tracking how new sellers are acquired onto the platform.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 and their primary business function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97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Function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orders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Central order record with full status/timestamp lifecycle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Order tracking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order_items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Line items with price, freight, and seller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Revenue &amp; fulfillment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order_payments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Payment method, installments, value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Payment behavior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order_reviews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Review score and comments per order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Satisfaction analysis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customers / sellers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Identity and geography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Customer &amp; seller segmentation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products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Catalog with category and physical attributes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Product analysis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leads_qualified / leads_closed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Sales funnel from lead to onboarded seller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F3E"/>
                          </a:solidFill>
                        </a:rPr>
                        <a:t>Seller acquisition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LEFT JOIN — combine and gap-check tables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aggregate into business categories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— COUNT, SUM, AVG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/ LIMIT — rank &amp; trim top results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0" y="16459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running totals &amp; row ranking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 clause) — readable multi-step logic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— nested threshold calculations</a:t>
            </a:r>
            <a:endParaRPr lang="en-US" sz="1500" dirty="0"/>
          </a:p>
          <a:p>
            <a:pPr marL="228600" indent="-228600" algn="l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 — delivery-time calculations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&amp; Order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concentration and above-average performers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Find the total number of orders fulfilled by each seller state.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Identify sellers who registered on the platform but have never fulfilled a single order.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Find sellers whose total number of orders is above the average number of orders fulfilled by all sellers.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sellers fulfilled 70,188 orders — far ahead of MG (7,930) and PR (7,673).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seller has fulfilled at least one order (Q7 returned 0 rows).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group of sellers fulfills above the platform-wide average order count, ranging up to 2,033 orders per seller.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logistics investment in SP, MG, and PR where volume is concentrated.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seller-acquisition incentives in underserved northern states.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a top-seller tier for above-average performers with priority support and placement.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Revenue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concentration and category revenue leaders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Find the customer who has spent the most money across all their orders.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Find the total number of orders placed by each customer, broken down by the state they live in.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Find the top 5 product categories by total revenue.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has spent BRL 13,664.08 across all orders — well above typical basket size.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order-scoped; customer_unique_id is required for true repeat-purchase analysis.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by revenue: beleza_saude (BRL 1.26M), relogios_presentes (BRL 1.21M), cama_mesa_banho (BRL 1.04M), esporte_lazer (BRL 988K), informatica_acessorios (BRL 912K).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top spenders into a VIP/loyalty program with tailored outreach.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repeat-purchase analysis using customer_unique_id for accurate loyalty insights.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supplier partnerships and ad placement for the top five revenue categories.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preference and average order value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Which payment method do customers use the most, and what is the average order value for each payment type?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leads with 76,795 transactions and BRL 163.32 average order value.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Boleto: 19,784 transactions, BRL 145.03 average.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Voucher: 5,775 transactions at a notably lower BRL 65.70 average, suggesting discount-driven purchases.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card: 1,529 transactions, BRL 142.57 average.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prioritizing the credit card / installment checkout experience — it drives the most volume and value.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voucher-driven transactions for potential margin impact given their lower average value.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Review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satisfaction and catalog coverage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Find the average review score for each product category.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Find products that have never been ordered.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cds_dvds_musicais leads category satisfaction at 4.64, followed by fashion_roupa_infanto_juvenil (4.50) and livros_interesse_geral (4.45).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books, and children's fashion categories consistently score highest.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unsold products exist in the dataset — every catalog item has been ordered at least once (Q10 returned 0 rows).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top-rated categories as trust signals in marketing and cross-sell campaigns.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catalog focus from 'zero-sale' detection to identifying low-velocity products instead.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benchmarks and seasonal demand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Calculate the median delivery time for orders.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Q14: Find the month with the highest number of orders.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time across all delivered orders is 10.0000 days.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the peak-demand month with 10,843 orders — the highest of any month in the dataset.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10 days as the internal SLA benchmark for delivery performance.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inventory, staffing, and seller stock ahead of August each year to capture peak seasonal demand.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Review Coverage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state and review completeness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Q12: Find the average review score for each customer state.</a:t>
            </a:r>
            <a:endParaRPr lang="en-US" sz="11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Q13: Find customers who have placed orders but never submitted a review.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Amapa (AP) customers report the highest average review score (4.19); Piaui (3.92) and Pernambuco (4.01) trend lowest among the states shown.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satisfaction is broadly consistent (~0.27-point spread) with modest variation.</a:t>
            </a:r>
            <a:endParaRPr lang="en-US" sz="115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population of customers place orders but never submit a review.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delivery-distance factors in lower-scoring states such as Piaui and Pernambuco.</a:t>
            </a:r>
            <a:endParaRPr lang="en-US" sz="115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post-delivery review reminders to close the review-coverage gap and improve data completeness for future analysis.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Spotlight — Q2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product category, calculate the cumulative revenue generated as orders come in over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3291840"/>
          </a:xfrm>
          <a:prstGeom prst="roundRect">
            <a:avLst>
              <a:gd name="adj" fmla="val 1667"/>
            </a:avLst>
          </a:prstGeom>
          <a:solidFill>
            <a:srgbClr val="0F1B3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47088"/>
            <a:ext cx="5431536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p.product_category_name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o.order_purchase_timestamp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oi.price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daily_revenue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SUM(SUM(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oi.price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OVER (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p.product_category_name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DATE(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o.order_purchase_timestamp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cumulative_revenue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oi</a:t>
            </a:r>
            <a:endParaRPr lang="en-US" sz="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p.product_id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oi.product_id</a:t>
            </a:r>
            <a:endParaRPr lang="en-US" sz="950" dirty="0">
              <a:solidFill>
                <a:srgbClr val="F5C54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JOIN orders o</a:t>
            </a: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ON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oi.order_id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o.order_id</a:t>
            </a:r>
            <a:endParaRPr lang="en-US" sz="950" dirty="0">
              <a:solidFill>
                <a:srgbClr val="F5C542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GROUP BY    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p.product_category_name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,    DATE(</a:t>
            </a:r>
            <a:r>
              <a:rPr lang="en-US" sz="950" dirty="0" err="1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o.order_purchase_timestamp</a:t>
            </a:r>
            <a:r>
              <a:rPr lang="en-US" sz="950" dirty="0">
                <a:solidFill>
                  <a:srgbClr val="F5C542"/>
                </a:solidFill>
                <a:latin typeface="Courier New" pitchFamily="34" charset="0"/>
                <a:cs typeface="Courier New" pitchFamily="34" charset="-120"/>
              </a:rPr>
              <a:t>);</a:t>
            </a:r>
          </a:p>
        </p:txBody>
      </p:sp>
      <p:sp>
        <p:nvSpPr>
          <p:cNvPr id="6" name="Shape 4"/>
          <p:cNvSpPr/>
          <p:nvPr/>
        </p:nvSpPr>
        <p:spPr>
          <a:xfrm>
            <a:off x="6537960" y="1737360"/>
            <a:ext cx="5074920" cy="237744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27432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0" y="4251960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4251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few rows are shown for readability. The query returned additional records successfully.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cumulative-revenue pattern confirms continuous, compounding daily demand rather than isolated spikes, which is useful for forecasting category-level revenue trends over the full order history.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FE1912-7026-A9EA-200A-386D10D1F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1"/>
            <a:ext cx="51054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Business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dominates seller fulfillment with 70,188 orders — far ahead of every other state.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drives the most transactions (76,795) and highest average order value (BRL 163.32).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watches/gifts are the top two revenue categories, together over BRL 2.46M.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time is 10 days; August is the peak-demand month (10,843 orders).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sellers and 100% of products have recorded at least one order — no dormant inventory or sellers.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exists between customers who purchase and customers who review, limiting review-data completeness.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satisfaction — target lower-scoring states with delivery-time root-cause analysis.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focus on top-performing categories — health &amp; beauty, watches/gifts, and the rest of the top five.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seller performance — formalize a top-seller tier and support programs for the long tail.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low review-coverage areas — launch post-delivery review reminders.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logistics and delivery efficiency — use the 10-day median as the SLA benchmark.</a:t>
            </a:r>
            <a:endParaRPr lang="en-US" sz="1600" dirty="0"/>
          </a:p>
          <a:p>
            <a:pPr marL="228600" indent="-228600" algn="l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payment experience — protect the credit-card/installment flow that drives the most value.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 analytical workflow: schema understanding, 14 purpose-built SQL queries, and business-analyst-level interpretation.</a:t>
            </a:r>
            <a:endParaRPr lang="en-US" sz="1500" dirty="0"/>
          </a:p>
          <a:p>
            <a:pPr marL="228600" indent="-228600" algn="l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span revenue concentration, payment behavior, delivery performance, seller activity, and customer satisfaction — all grounded in visible query output.</a:t>
            </a:r>
            <a:endParaRPr lang="en-US" sz="1500" dirty="0"/>
          </a:p>
          <a:p>
            <a:pPr marL="228600" indent="-228600" algn="l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both SQL technical competency and the business judgment required to convert query results into decisions.</a:t>
            </a:r>
            <a:endParaRPr lang="en-US" sz="1500" dirty="0"/>
          </a:p>
          <a:p>
            <a:pPr marL="228600" indent="-228600" algn="l"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portfolio review, technical interviews, and client-style business presentations.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  |  Amazon Brazil SQL Portfolio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120640" y="1463040"/>
            <a:ext cx="1961388" cy="594360"/>
          </a:xfrm>
          <a:prstGeom prst="roundRect">
            <a:avLst>
              <a:gd name="adj" fmla="val 923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1463040"/>
            <a:ext cx="19613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brazil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Brazil E-Commerce SQL Data Analysis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6360" y="4251960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Ranjeet Anada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1908</Words>
  <Application>Microsoft Office PowerPoint</Application>
  <PresentationFormat>Widescreen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RANJEET CHOUDHARY</cp:lastModifiedBy>
  <cp:revision>2</cp:revision>
  <dcterms:created xsi:type="dcterms:W3CDTF">2026-07-19T12:48:23Z</dcterms:created>
  <dcterms:modified xsi:type="dcterms:W3CDTF">2026-07-20T04:16:58Z</dcterms:modified>
</cp:coreProperties>
</file>